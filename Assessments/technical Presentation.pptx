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084DE0-64B6-4104-AD15-409A50FAC626}" v="26" dt="2026-07-21T04:31:55.2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F417-02B4-8F4B-4028-F07FA2F45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B5E56-B8DC-50AF-E083-682AAF6E8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7B0A3-48E6-1E7F-6ACD-058CE324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525A-332A-EF86-2971-77B63892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AD076-B5B0-196D-D25D-653649C5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04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99DD-42CF-C425-052F-089974F41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756B-FB12-56B6-FEB8-EC5BE238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8FB98-45A2-D35E-C63E-01B9DB01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7A67-F535-2370-C0DA-9F6223D2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EB8D4-027E-CBA2-BFD6-4FC6092C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05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4480-4061-CAE3-2477-AC3E2DC6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C1580-A316-4B49-EB68-A22D6BD7A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93D53-338A-D30B-8CA4-3CF2BA71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97164-CC69-07FA-7F1D-7F40226E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0AE9B-CA39-DB26-2918-8AD33B2E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5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B366-3254-2C17-AAD0-D53D5F14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4CECD-73E6-ADC1-3F06-41AB73C4B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0B30C-9C94-DBF3-BE94-24B42C75F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A9DDF-514A-E46C-6C5C-6A3735BD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0D2C2-E136-872B-000E-6E2760ED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3FB3D-99A7-6A0F-FEDD-FF7735CC5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01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5397-8BF1-8E4F-C679-5992B71D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3FCC8-BBE8-93EA-4F40-E8766AF70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114DE-F50D-4F63-7E8D-FEAD1BE78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6FED0-D589-50E6-35E4-32EA0DE7B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81C8E7-D4A5-C855-EA4D-9B6719E50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FF367-93B6-DAF1-2066-7F03ABB2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FF8BB-C3D3-AE75-0086-0408961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63BE4-BAEA-073B-CEF9-7A165715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11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FC23-6421-6A74-5E6A-227422EC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A27E0-1CC1-BE25-CD68-6958090A7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C6BB-F886-08AA-03BB-948937F7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DA982-AFE5-AA8E-18FD-63DEE879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97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78BE0-AB85-CECB-A408-6DFE12D4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A96838-9144-9911-6DC9-D9F50EBC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32B4D-743C-4A89-EEB8-AB6687D4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15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330A-612C-F3E1-CC29-044CFD46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1C68-7FCF-B3F3-585C-CDF55128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5B652-8D17-FB0B-096C-DC30F6EBD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55D6D-723D-B611-977C-4A4BC37DD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9D548-2165-CC9C-AE5C-99C57D5A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01EE-C5C4-E362-BF23-8EB0C5050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24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4B9A-F329-102A-A567-8F793473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83E4E-54DD-1A55-8072-D56BFD77A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5549C-C2ED-C5EA-9BF0-8A9028F07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C4712D-4128-84AA-1078-CDB4B05D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534F5-E75E-2BD7-8BA2-E10CB6FA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6559-4FE1-9FC1-EEAC-364070F9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04840-9C0C-22EC-4E2D-AFF9A5D3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3452D-3ECB-BD04-3F67-552B2FA75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0FF7A-BAA8-0A16-BE70-934A678F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14EC8-10D1-E50F-F809-B968A650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2724-8F54-2FBA-9490-A283D4E9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85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CEB65-1CA0-C9A6-28DE-7F4617CF5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72749-0DBE-E9C4-D126-4A9362D9F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062E4-8461-490E-39E0-EEF0D587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E89E-FD4B-056B-5D91-B1B66D0A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75798-8360-EE0A-5334-E1C2A4AC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807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F3D87-C6B2-26D5-1E96-2CEF7D09A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4B3BC-48A5-9B92-70EC-42A26302C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BFDBE-B63B-FB0F-B17E-60EBE7D92F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E41BB-2610-4E09-B02B-8581C9FBA02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4084D-CEDB-427E-C4CD-FA3C393D1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F3E95-54C5-758A-F11E-F820044DF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1B24D-67AD-4889-A987-295CF95EED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6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C612-EC85-3BA3-0ED4-A56E8B714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234995" cy="1175775"/>
          </a:xfrm>
        </p:spPr>
        <p:txBody>
          <a:bodyPr>
            <a:noAutofit/>
          </a:bodyPr>
          <a:lstStyle/>
          <a:p>
            <a:r>
              <a:rPr lang="en-US" sz="4000" dirty="0"/>
              <a:t>CSA0302-Data Structures</a:t>
            </a:r>
            <a:br>
              <a:rPr lang="en-US" sz="4000" dirty="0"/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322D4-DCE8-12D0-D482-0AC1EF120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382" y="3602038"/>
            <a:ext cx="3989372" cy="1655762"/>
          </a:xfrm>
        </p:spPr>
        <p:txBody>
          <a:bodyPr/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Name: Elakati Renu Sree</a:t>
            </a:r>
          </a:p>
          <a:p>
            <a:r>
              <a:rPr lang="en-US" dirty="0"/>
              <a:t>Reg no:192511035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26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A014-55C1-CE06-087A-70E67D68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Scheduling System Using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352A6-59C9-2903-B23F-1CD442839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task scheduling system executes jobs according to their priority level rather than the order in which they arrive.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tasks are processed first, ensuring efficient resource utilization and faster response.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Process Scheduling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Emergency Systems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Job Scheduling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5172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E3CD-7B58-9C96-6639-1BA3B248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Suitable Data Structure: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71070-962F-B881-C386-F70E5629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 Priority Queue (Heap)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Priority Queue?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tasks based on priority.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(or lowest) priority task is executed first.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dynamic insertion and deletion.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real-time scheduling.</a:t>
            </a:r>
          </a:p>
          <a:p>
            <a:pPr marL="0" indent="0">
              <a:buNone/>
            </a:pPr>
            <a:r>
              <a:rPr lang="en-IN" sz="2600" b="1" dirty="0"/>
              <a:t>Advantages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scheduling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usage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dynamic workloads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large systems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662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2AC2-32A4-A591-CAAC-DCCF2CC3D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Justification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C4BB-949D-8A17-BDEF-98C08065F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implemented using a Binary Heap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because it maintains tasks in priority order while providing efficient insertion and removal operations.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critical tasks are executed before less important ones, making it ideal for scheduling systems.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(Binary Heap)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the best balance of speed and efficiency for task scheduling.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insertion and deletion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to the highest-priority task, it provides reliable performance even for large numbers of tasks.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4315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0A38-5FEE-1C93-E11A-F84ED51E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Maze Solving Using Stack (Recursion)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09984-568D-1027-4A5F-DC0317B02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maze-solving algorithm explores different paths recursively to find a route from the starting point to the destination. If a path reaches a dead end, the algorithm backtracks and tries another path until a solution is found.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Pathfinding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Development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Search Algorithms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759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E3E6E-EF13-7574-C4DE-ACAAD52C2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A3890-4D72-A1EB-EBC2-2402B1159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Data Structure: Stack (Using Recursion)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Stack?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uses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stack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each step.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In, First Out (LIFO)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path fails.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returns to the previous position to explore alternative paths.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recursive implementation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backtracking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overhead for path exploration </a:t>
            </a:r>
          </a:p>
          <a:p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depth-first search (DFS)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1680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F143-1BA0-AF02-FCE0-860EA2EDC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415EA-A070-306E-60D7-A57E6AC4C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</a:p>
          <a:p>
            <a:r>
              <a:rPr lang="en-IN" sz="1800" dirty="0"/>
              <a:t>A </a:t>
            </a:r>
            <a:r>
              <a:rPr lang="en-IN" sz="1800" b="1" dirty="0"/>
              <a:t>Stack</a:t>
            </a:r>
            <a:r>
              <a:rPr lang="en-IN" sz="1800" dirty="0"/>
              <a:t> is the most suitable data structure because recursive maze-solving naturally follows the </a:t>
            </a:r>
            <a:r>
              <a:rPr lang="en-IN" sz="1800" b="1" dirty="0"/>
              <a:t>Depth-First Search (DFS)</a:t>
            </a:r>
            <a:r>
              <a:rPr lang="en-IN" sz="1800" dirty="0"/>
              <a:t> approach. </a:t>
            </a:r>
          </a:p>
          <a:p>
            <a:r>
              <a:rPr lang="en-IN" sz="1800" dirty="0"/>
              <a:t>Each move is pushed onto the stack, and when a dead end is reached, the algorithm pops the last move and backtracks to explore another path. </a:t>
            </a:r>
          </a:p>
          <a:p>
            <a:r>
              <a:rPr lang="en-IN" sz="1800" dirty="0"/>
              <a:t>This makes path exploration systematic and efficient.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1800" dirty="0"/>
              <a:t>A </a:t>
            </a:r>
            <a:r>
              <a:rPr lang="en-IN" sz="1800" b="1" dirty="0"/>
              <a:t>Stack (using recursion)</a:t>
            </a:r>
            <a:r>
              <a:rPr lang="en-IN" sz="1800" dirty="0"/>
              <a:t> provides an efficient solution for maze solving by supporting </a:t>
            </a:r>
            <a:r>
              <a:rPr lang="en-IN" sz="1800" b="1" dirty="0"/>
              <a:t>LIFO-based backtracking</a:t>
            </a:r>
            <a:r>
              <a:rPr lang="en-IN" sz="1800" dirty="0"/>
              <a:t>. </a:t>
            </a:r>
          </a:p>
          <a:p>
            <a:r>
              <a:rPr lang="en-IN" sz="1800" dirty="0"/>
              <a:t>It allows the algorithm to explore one path completely before trying another, making recursive DFS an effective method for finding a valid path through a maze.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22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4395-D7DA-9244-8B4A-8A72195B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710831" y="1690688"/>
            <a:ext cx="5899094" cy="2468618"/>
          </a:xfrm>
        </p:spPr>
        <p:txBody>
          <a:bodyPr/>
          <a:lstStyle/>
          <a:p>
            <a:pPr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       Thank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089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479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CSA0302-Data Structures Technical Presentation</vt:lpstr>
      <vt:lpstr>1.1 Task Scheduling System Using Priority Queue</vt:lpstr>
      <vt:lpstr>Suitable Data Structure:</vt:lpstr>
      <vt:lpstr>Justification &amp; Conclusion</vt:lpstr>
      <vt:lpstr>1.2 Maze Solving Using Stack (Recursion)</vt:lpstr>
      <vt:lpstr>Suitable Data Structure</vt:lpstr>
      <vt:lpstr>Justification &amp; Conclusion</vt:lpstr>
      <vt:lpstr>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Elakati Renu</dc:creator>
  <cp:lastModifiedBy>Elakati Renu</cp:lastModifiedBy>
  <cp:revision>2</cp:revision>
  <dcterms:created xsi:type="dcterms:W3CDTF">2026-07-21T03:59:14Z</dcterms:created>
  <dcterms:modified xsi:type="dcterms:W3CDTF">2026-07-21T04:35:14Z</dcterms:modified>
</cp:coreProperties>
</file>